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5EB"/>
    <a:srgbClr val="0E86BA"/>
    <a:srgbClr val="FFFFFF"/>
    <a:srgbClr val="FEFEFE"/>
    <a:srgbClr val="F5F9FA"/>
    <a:srgbClr val="FFFFFD"/>
    <a:srgbClr val="3B347F"/>
    <a:srgbClr val="DBDBDB"/>
    <a:srgbClr val="0D85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82100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14909800" y="8839200"/>
            <a:ext cx="1295400" cy="228600"/>
          </a:xfrm>
          <a:prstGeom prst="rect">
            <a:avLst/>
          </a:prstGeom>
          <a:solidFill>
            <a:srgbClr val="0D85B7"/>
          </a:solidFill>
          <a:ln w="31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7366000" y="7983855"/>
            <a:ext cx="3799205" cy="368300"/>
          </a:xfrm>
          <a:prstGeom prst="rect">
            <a:avLst/>
          </a:prstGeom>
          <a:solidFill>
            <a:srgbClr val="D6D5EB"/>
          </a:solidFill>
        </p:spPr>
        <p:txBody>
          <a:bodyPr wrap="square" rtlCol="0">
            <a:spAutoFit/>
          </a:bodyPr>
          <a:p>
            <a:r>
              <a:rPr lang="en-US" altLang="en-GB" b="1" i="1"/>
              <a:t>created by EINSTEIN</a:t>
            </a:r>
            <a:endParaRPr lang="en-US" altLang="en-GB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14909800" y="8839200"/>
            <a:ext cx="13462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14757400" y="8839200"/>
            <a:ext cx="1447800" cy="152400"/>
          </a:xfrm>
          <a:prstGeom prst="rect">
            <a:avLst/>
          </a:prstGeom>
          <a:solidFill>
            <a:srgbClr val="F5F9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14757400" y="8839200"/>
            <a:ext cx="1447800" cy="228600"/>
          </a:xfrm>
          <a:prstGeom prst="rect">
            <a:avLst/>
          </a:prstGeom>
          <a:solidFill>
            <a:srgbClr val="FFFFF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14757400" y="8839200"/>
            <a:ext cx="1498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14757400" y="8686800"/>
            <a:ext cx="1447800" cy="381000"/>
          </a:xfrm>
          <a:prstGeom prst="rect">
            <a:avLst/>
          </a:prstGeom>
          <a:solidFill>
            <a:srgbClr val="3B34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14376400" y="8865235"/>
            <a:ext cx="1879600" cy="278765"/>
          </a:xfrm>
          <a:prstGeom prst="rect">
            <a:avLst/>
          </a:prstGeom>
          <a:solidFill>
            <a:srgbClr val="FFFFF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14909800" y="8763000"/>
            <a:ext cx="1371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14833600" y="8610600"/>
            <a:ext cx="1422400" cy="533400"/>
          </a:xfrm>
          <a:prstGeom prst="rect">
            <a:avLst/>
          </a:prstGeom>
          <a:solidFill>
            <a:srgbClr val="FFFFF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14757400" y="8839200"/>
            <a:ext cx="1447800" cy="228600"/>
          </a:xfrm>
          <a:prstGeom prst="rect">
            <a:avLst/>
          </a:prstGeom>
          <a:solidFill>
            <a:srgbClr val="F5F9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14452600" y="8839200"/>
            <a:ext cx="1752600" cy="2286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14986000" y="8763000"/>
            <a:ext cx="12192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14833600" y="8534400"/>
            <a:ext cx="13716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14681200" y="8763000"/>
            <a:ext cx="152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WPS Presentation</Application>
  <PresentationFormat>On-screen Show (4:3)</PresentationFormat>
  <Paragraphs>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Salihu Abdulsamad</cp:lastModifiedBy>
  <cp:revision>2</cp:revision>
  <dcterms:created xsi:type="dcterms:W3CDTF">2006-08-16T00:00:00Z</dcterms:created>
  <dcterms:modified xsi:type="dcterms:W3CDTF">2026-03-20T09:24:06Z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04E7A84CD99C4219B52FD6D0AF409542_12</vt:lpwstr>
  </property>
  <property fmtid="{D5CDD505-2E9C-101B-9397-08002B2CF9AE}" pid="3" name="KSOProductBuildVer">
    <vt:lpwstr>2057-12.2.0.23197</vt:lpwstr>
  </property>
</Properties>
</file>